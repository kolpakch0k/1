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Slab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bold.fntdata"/><Relationship Id="rId14" Type="http://schemas.openxmlformats.org/officeDocument/2006/relationships/font" Target="fonts/RobotoSlab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7b4fe825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7b4fe825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7b4fe825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7b4fe825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7b4fe825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7b4fe825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7b4fe825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7b4fe825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7b4fe825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7b4fe825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7b4fe825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7b4fe825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7b4fe825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7b4fe825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735425" y="385475"/>
            <a:ext cx="63618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Приложение для шифрования файлов</a:t>
            </a:r>
            <a:endParaRPr sz="28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2" y="397890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Гаев Константин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60950" y="433775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Уникальность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60950" y="2433900"/>
            <a:ext cx="453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Удобен для конфидециальной передачи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Можно дешифровать 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60950" y="5125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Стек: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460950" y="1780150"/>
            <a:ext cx="453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Javascript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React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firebase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60950" y="55980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База данных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425325" y="2340900"/>
            <a:ext cx="453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Firebase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75" y="2940325"/>
            <a:ext cx="8791851" cy="121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 title="Screenshot_1778868983.png"/>
          <p:cNvPicPr preferRelativeResize="0"/>
          <p:nvPr/>
        </p:nvPicPr>
        <p:blipFill rotWithShape="1">
          <a:blip r:embed="rId3">
            <a:alphaModFix/>
          </a:blip>
          <a:srcRect b="-2361" l="0" r="0" t="15556"/>
          <a:stretch/>
        </p:blipFill>
        <p:spPr>
          <a:xfrm>
            <a:off x="622000" y="381550"/>
            <a:ext cx="2168899" cy="43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Screenshot_1778868987.png"/>
          <p:cNvPicPr preferRelativeResize="0"/>
          <p:nvPr/>
        </p:nvPicPr>
        <p:blipFill rotWithShape="1">
          <a:blip r:embed="rId4">
            <a:alphaModFix/>
          </a:blip>
          <a:srcRect b="2496" l="0" r="0" t="0"/>
          <a:stretch/>
        </p:blipFill>
        <p:spPr>
          <a:xfrm>
            <a:off x="3339525" y="381550"/>
            <a:ext cx="2168899" cy="426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96500" y="488925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337300" y="1679375"/>
            <a:ext cx="4536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заключении я хотел сказать , вот это было делать максимально неприятно,  потому ,что было просто квадриллион ошибок , я уже не знал , какой мне ответит правильно ии, но все же , лучше всем практиковаться ,чем всю жизнь в кустах качаться . Спасибо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460950" y="76460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 внимание!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962250" y="260475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Гит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5588" y="1167975"/>
            <a:ext cx="3552825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